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58" r:id="rId4"/>
    <p:sldId id="267" r:id="rId5"/>
    <p:sldId id="263" r:id="rId6"/>
    <p:sldId id="264" r:id="rId7"/>
    <p:sldId id="261" r:id="rId8"/>
    <p:sldId id="259" r:id="rId9"/>
    <p:sldId id="260" r:id="rId10"/>
    <p:sldId id="262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8449D2-F245-B92C-5A2C-A17F9B2D4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5AD0EAF-B977-78E0-F5F0-13B50D010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3CBD9D-36A9-7B15-C368-DC48E2353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4D8E0-6211-4A98-9C91-4C4CB85189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5909A1-011A-AC0E-808F-79155467D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8C036C-92E8-25DD-2734-99BFE5F61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AA74-F4A4-489D-9424-CA8155ABDD9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025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B96557-C524-8B61-19A2-B4C4156C1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FCCA87-7695-13FD-BC8F-092412B3F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C13BB8-254B-54C3-4FE7-AB09CF2BC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4D8E0-6211-4A98-9C91-4C4CB85189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5627A9-F01B-1A3B-6B9C-DC3298A2F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0676FA-F563-5A14-A0F3-E65FBE411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AA74-F4A4-489D-9424-CA8155ABDD9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43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3783E9-5C61-198D-90D4-23C797837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F907C5-270F-040D-C67B-219802EDD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1C79E5-0DCF-E183-428C-9C3802EF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4D8E0-6211-4A98-9C91-4C4CB85189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ED010D-7BE5-5EE9-79F0-A5924A807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1E929E-FE00-C88B-D44B-C3A7D6C8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AA74-F4A4-489D-9424-CA8155ABDD9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41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8213C9-A149-C473-9584-57CE368AB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1FE611-04ED-6983-A17E-016C27AE5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1D4DDE6-58BA-3434-D478-3B705EDBB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CE0AF7-2E6C-2533-45EF-88BEB325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4D8E0-6211-4A98-9C91-4C4CB85189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2D9A6CB-0CCA-D73F-8995-67D38D19C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419B98A-E83B-5C19-A751-0DB177507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AA74-F4A4-489D-9424-CA8155ABDD9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82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D428DD-A751-F4FB-773A-4B6DB7FED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D26910-18CF-06CA-7F90-2F62D22D5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599FB17-45E9-184D-C075-2E82B5F31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E4E6D96-B56F-E37C-98FA-8A50D2C740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AB0A6E9-A9F0-5E82-D858-B1430D893B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E715309-CB4E-32C1-C590-3E634D215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4D8E0-6211-4A98-9C91-4C4CB85189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6036A1-2424-1742-8E7F-8696B31DC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E43C290-165E-6A7E-CD8B-A4BD33896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AA74-F4A4-489D-9424-CA8155ABDD9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6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BB48D3-A27D-AFBE-C1C7-2A06C5140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0EC1802-FEE0-3994-8DBF-AC40B7050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4D8E0-6211-4A98-9C91-4C4CB85189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748011-447C-428B-49C5-E4B0C30A9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8C2E141-5D97-6684-D8F3-5F0E48011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AA74-F4A4-489D-9424-CA8155ABDD9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125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B8013D-7124-C977-3027-EB3AF7240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4D8E0-6211-4A98-9C91-4C4CB85189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EE230AD-5FD9-B9F6-5D2E-234369AD2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CB3E12-1BA0-EDB7-986F-A8976DB58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AA74-F4A4-489D-9424-CA8155ABDD9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37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23BD05-77DC-4901-7D48-DB1B8F73D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57CC6C-BC8E-7BFC-ABBA-FAF484D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F9CCE4-BFA2-977C-D52A-B44C207FA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3DEA568-E2FC-5B38-E3E7-465AE72F9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4D8E0-6211-4A98-9C91-4C4CB85189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841C54-5162-341C-5FB6-317EFD3BD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E8B7AE9-E64B-DAB4-5855-F27A854D7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AA74-F4A4-489D-9424-CA8155ABDD9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089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3C1F48-844B-F579-941D-F27BEA611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97FB932-BB3F-FDDF-8B4A-EFCEFD71F5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FDFD2F0-4CD7-5B43-E380-F2B5D391A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B35BFFA-B510-9402-D806-9AC1368D9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4D8E0-6211-4A98-9C91-4C4CB85189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3362EC3-BEA7-14EC-49BF-957D4153D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AC73FEA-D7C6-3770-2FCA-3B18422B9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AA74-F4A4-489D-9424-CA8155ABDD9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44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D4B46A-9B24-52EA-B009-3F88B38D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0CA4A8-AF92-DBF5-E834-5A7FF084C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A153C6-9561-5B3B-6F9C-B5743A4B5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4D8E0-6211-4A98-9C91-4C4CB85189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A8C9FD-5137-53EC-E78F-6E3E11718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3FF299-5E5A-4725-88E7-36C33DE2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AA74-F4A4-489D-9424-CA8155ABDD9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04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542AB55-057F-99A9-18F1-E803F60AA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6A4F921-EB60-C336-100C-E6300C3BE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8BDF20-95D6-ECC9-C8A4-52EF1C32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4D8E0-6211-4A98-9C91-4C4CB85189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BFB90B-45DF-B91B-5730-5B7862F91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443DA5-AF86-A136-33E4-45CE41A8D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AA74-F4A4-489D-9424-CA8155ABDD9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794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120DA8E-6410-34BE-DF00-9C210C155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3442E9-9AEA-8796-22BA-C103B1239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1174DE-A737-BCCD-1B77-78D0B98ED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4D8E0-6211-4A98-9C91-4C4CB85189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0BC7A3-016B-B177-5E48-1D583E9120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FF6734-06DA-8D97-F942-990F4AF72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B6AA74-F4A4-489D-9424-CA8155ABDD9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40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05BE3D-8239-65D4-F28C-FC22FA2196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Parsa‘s</a:t>
            </a:r>
            <a:r>
              <a:rPr lang="de-DE" dirty="0"/>
              <a:t> </a:t>
            </a:r>
            <a:r>
              <a:rPr lang="de-DE" dirty="0" err="1"/>
              <a:t>thesis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281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EED9D0-3AAA-9321-8F6B-E0007857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Contents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F41981-F932-156F-5CE3-03A9A26B1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Project Seminar</a:t>
            </a:r>
          </a:p>
          <a:p>
            <a:r>
              <a:rPr lang="de-DE" dirty="0"/>
              <a:t>RQs</a:t>
            </a:r>
          </a:p>
          <a:p>
            <a:pPr lvl="1"/>
            <a:r>
              <a:rPr lang="de-DE" dirty="0"/>
              <a:t>RQ1</a:t>
            </a:r>
          </a:p>
          <a:p>
            <a:pPr lvl="1"/>
            <a:r>
              <a:rPr lang="de-DE" dirty="0"/>
              <a:t>RQ2</a:t>
            </a:r>
          </a:p>
          <a:p>
            <a:pPr lvl="1"/>
            <a:r>
              <a:rPr lang="de-DE" dirty="0"/>
              <a:t>RQ3</a:t>
            </a:r>
          </a:p>
          <a:p>
            <a:r>
              <a:rPr lang="de-DE" dirty="0" err="1"/>
              <a:t>BlackHole</a:t>
            </a:r>
            <a:endParaRPr lang="de-DE" dirty="0"/>
          </a:p>
          <a:p>
            <a:r>
              <a:rPr lang="de-DE" dirty="0" err="1"/>
              <a:t>Techs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endParaRPr lang="de-DE" dirty="0"/>
          </a:p>
          <a:p>
            <a:r>
              <a:rPr lang="de-DE" dirty="0"/>
              <a:t>Summary</a:t>
            </a:r>
          </a:p>
          <a:p>
            <a:r>
              <a:rPr lang="de-DE" dirty="0"/>
              <a:t>Contact </a:t>
            </a:r>
          </a:p>
        </p:txBody>
      </p:sp>
    </p:spTree>
    <p:extLst>
      <p:ext uri="{BB962C8B-B14F-4D97-AF65-F5344CB8AC3E}">
        <p14:creationId xmlns:p14="http://schemas.microsoft.com/office/powerpoint/2010/main" val="2883657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1A6F0F-5E2D-3871-3AF2-982BA2559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RQ1 – Prompt </a:t>
            </a:r>
            <a:r>
              <a:rPr lang="de-DE" dirty="0" err="1"/>
              <a:t>Injection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2684DE-ECA1-7324-73F1-6168081C7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Conformal</a:t>
            </a:r>
            <a:r>
              <a:rPr lang="de-DE" dirty="0"/>
              <a:t> </a:t>
            </a:r>
            <a:r>
              <a:rPr lang="de-DE" dirty="0" err="1"/>
              <a:t>Predictions</a:t>
            </a:r>
            <a:endParaRPr lang="de-DE" dirty="0"/>
          </a:p>
          <a:p>
            <a:r>
              <a:rPr lang="de-DE" dirty="0"/>
              <a:t>Certified </a:t>
            </a:r>
            <a:r>
              <a:rPr lang="de-DE" dirty="0" err="1"/>
              <a:t>Robustness</a:t>
            </a:r>
            <a:endParaRPr lang="de-DE" dirty="0"/>
          </a:p>
          <a:p>
            <a:r>
              <a:rPr lang="de-DE" dirty="0"/>
              <a:t>Pearson </a:t>
            </a:r>
            <a:r>
              <a:rPr lang="de-DE" dirty="0" err="1"/>
              <a:t>inequality</a:t>
            </a:r>
            <a:endParaRPr lang="de-D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380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1A6F0F-5E2D-3871-3AF2-982BA255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08" y="2675731"/>
            <a:ext cx="2435352" cy="1325563"/>
          </a:xfrm>
        </p:spPr>
        <p:txBody>
          <a:bodyPr>
            <a:normAutofit/>
          </a:bodyPr>
          <a:lstStyle/>
          <a:p>
            <a:r>
              <a:rPr lang="de-DE" dirty="0"/>
              <a:t>RQ1 - Horizon</a:t>
            </a:r>
            <a:endParaRPr lang="en-US" dirty="0"/>
          </a:p>
        </p:txBody>
      </p:sp>
      <p:pic>
        <p:nvPicPr>
          <p:cNvPr id="2050" name="Picture 2" descr="request execution path · 7 steps, 2 decisions">
            <a:extLst>
              <a:ext uri="{FF2B5EF4-FFF2-40B4-BE49-F238E27FC236}">
                <a16:creationId xmlns:a16="http://schemas.microsoft.com/office/drawing/2014/main" id="{31F70D67-7601-6A43-70DF-3967373857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4316" y="182566"/>
            <a:ext cx="5593380" cy="6675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8651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1083EA-B840-222E-65D1-373DC0CD2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RQ2 – Vector DB 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7C3A63-2264-C7A4-6C18-48DF60EDB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Differential Privacy – Ro </a:t>
            </a:r>
            <a:r>
              <a:rPr lang="de-DE" dirty="0" err="1"/>
              <a:t>prevent</a:t>
            </a:r>
            <a:r>
              <a:rPr lang="de-DE" dirty="0"/>
              <a:t> Data </a:t>
            </a:r>
            <a:r>
              <a:rPr lang="de-DE" dirty="0" err="1"/>
              <a:t>Leakage</a:t>
            </a:r>
            <a:endParaRPr lang="de-DE" dirty="0"/>
          </a:p>
          <a:p>
            <a:r>
              <a:rPr lang="de-DE" dirty="0"/>
              <a:t>DP-SGD </a:t>
            </a:r>
            <a:r>
              <a:rPr lang="de-DE" dirty="0" err="1"/>
              <a:t>concept</a:t>
            </a:r>
            <a:r>
              <a:rPr lang="de-DE" dirty="0"/>
              <a:t> </a:t>
            </a:r>
          </a:p>
          <a:p>
            <a:r>
              <a:rPr lang="de-DE" dirty="0" err="1"/>
              <a:t>Conformal</a:t>
            </a:r>
            <a:r>
              <a:rPr lang="de-DE" dirty="0"/>
              <a:t> Methods and </a:t>
            </a:r>
            <a:r>
              <a:rPr lang="de-DE" dirty="0" err="1"/>
              <a:t>bounds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posining</a:t>
            </a:r>
            <a:r>
              <a:rPr lang="de-DE" dirty="0"/>
              <a:t> </a:t>
            </a:r>
          </a:p>
          <a:p>
            <a:r>
              <a:rPr lang="de-DE" dirty="0" err="1"/>
              <a:t>GraphRAG</a:t>
            </a:r>
            <a:r>
              <a:rPr lang="de-DE" dirty="0"/>
              <a:t> </a:t>
            </a:r>
            <a:r>
              <a:rPr lang="de-DE" dirty="0" err="1"/>
              <a:t>relations</a:t>
            </a:r>
            <a:r>
              <a:rPr lang="de-DE" dirty="0"/>
              <a:t> </a:t>
            </a:r>
            <a:r>
              <a:rPr lang="de-DE" dirty="0" err="1"/>
              <a:t>poisning</a:t>
            </a:r>
            <a:endParaRPr lang="de-DE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92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FF68E0-19BB-A73F-91BB-57FC6AD74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RQ 3 – Rogue AI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D83530-BB2B-7789-AC75-F00947C7F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Monitoring </a:t>
            </a:r>
          </a:p>
          <a:p>
            <a:pPr lvl="1"/>
            <a:r>
              <a:rPr lang="de-DE" dirty="0" err="1"/>
              <a:t>Probablity</a:t>
            </a:r>
            <a:r>
              <a:rPr lang="de-DE" dirty="0"/>
              <a:t> </a:t>
            </a:r>
            <a:r>
              <a:rPr lang="de-DE" dirty="0" err="1"/>
              <a:t>bounds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incomming</a:t>
            </a:r>
            <a:r>
              <a:rPr lang="de-DE" dirty="0"/>
              <a:t> </a:t>
            </a:r>
            <a:r>
              <a:rPr lang="de-DE" dirty="0" err="1"/>
              <a:t>malicious</a:t>
            </a:r>
            <a:r>
              <a:rPr lang="de-DE" dirty="0"/>
              <a:t> </a:t>
            </a:r>
            <a:r>
              <a:rPr lang="de-DE" dirty="0" err="1"/>
              <a:t>tokens</a:t>
            </a:r>
            <a:r>
              <a:rPr lang="de-DE" dirty="0"/>
              <a:t> : This </a:t>
            </a:r>
            <a:r>
              <a:rPr lang="de-DE" dirty="0" err="1"/>
              <a:t>shall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time, Via </a:t>
            </a:r>
            <a:r>
              <a:rPr lang="de-DE" dirty="0" err="1"/>
              <a:t>Importace</a:t>
            </a:r>
            <a:r>
              <a:rPr lang="de-DE" dirty="0"/>
              <a:t> Sampling + extreme Power Law + </a:t>
            </a:r>
            <a:r>
              <a:rPr lang="de-DE" dirty="0" err="1"/>
              <a:t>Estimate</a:t>
            </a:r>
            <a:r>
              <a:rPr lang="de-DE" dirty="0"/>
              <a:t> </a:t>
            </a:r>
            <a:r>
              <a:rPr lang="de-DE" dirty="0" err="1"/>
              <a:t>Deployments</a:t>
            </a:r>
            <a:r>
              <a:rPr lang="de-DE" dirty="0"/>
              <a:t> </a:t>
            </a:r>
            <a:r>
              <a:rPr lang="de-DE" dirty="0" err="1"/>
              <a:t>scale</a:t>
            </a:r>
            <a:endParaRPr lang="de-DE" dirty="0"/>
          </a:p>
          <a:p>
            <a:pPr lvl="1"/>
            <a:r>
              <a:rPr lang="de-DE" dirty="0"/>
              <a:t>SPRT + </a:t>
            </a:r>
            <a:r>
              <a:rPr lang="de-DE" dirty="0" err="1"/>
              <a:t>Evalues</a:t>
            </a:r>
            <a:endParaRPr lang="de-DE" dirty="0"/>
          </a:p>
          <a:p>
            <a:pPr lvl="1"/>
            <a:r>
              <a:rPr lang="de-DE" dirty="0" err="1"/>
              <a:t>Vitllie</a:t>
            </a:r>
            <a:r>
              <a:rPr lang="de-DE" dirty="0"/>
              <a:t> </a:t>
            </a:r>
            <a:r>
              <a:rPr lang="de-DE" dirty="0" err="1"/>
              <a:t>Inequality</a:t>
            </a:r>
            <a:endParaRPr lang="de-DE" dirty="0"/>
          </a:p>
          <a:p>
            <a:pPr lvl="1"/>
            <a:r>
              <a:rPr lang="de-DE" dirty="0"/>
              <a:t>Rare Event </a:t>
            </a:r>
            <a:r>
              <a:rPr lang="de-DE" dirty="0" err="1"/>
              <a:t>estimations</a:t>
            </a:r>
            <a:endParaRPr lang="de-DE" dirty="0"/>
          </a:p>
          <a:p>
            <a:r>
              <a:rPr lang="de-DE" dirty="0"/>
              <a:t>Project </a:t>
            </a:r>
            <a:r>
              <a:rPr lang="de-DE" dirty="0" err="1"/>
              <a:t>Blackwall</a:t>
            </a:r>
            <a:r>
              <a:rPr lang="de-DE" dirty="0"/>
              <a:t> upgrade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709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5B036-44E8-884E-0BF5-DF92E293B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BlackHole</a:t>
            </a:r>
            <a:endParaRPr lang="en-US" dirty="0"/>
          </a:p>
        </p:txBody>
      </p:sp>
      <p:pic>
        <p:nvPicPr>
          <p:cNvPr id="1026" name="Picture 2" descr="Dark Stars” – A Brief History of Black Holes">
            <a:extLst>
              <a:ext uri="{FF2B5EF4-FFF2-40B4-BE49-F238E27FC236}">
                <a16:creationId xmlns:a16="http://schemas.microsoft.com/office/drawing/2014/main" id="{0C1E28DB-9FA9-EE8B-A2B0-BF82376BFEF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0613" y="1825625"/>
            <a:ext cx="483077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5279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7810C3-8E2C-2A68-9132-3A3BBAB56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Worst</a:t>
            </a:r>
            <a:r>
              <a:rPr lang="de-DE" dirty="0"/>
              <a:t> Case Scenario on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step</a:t>
            </a:r>
            <a:r>
              <a:rPr lang="de-DE" dirty="0"/>
              <a:t> 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9B4704-6DA9-6582-E7B9-E51ACABA6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Sion Minimax Game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640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21CD26-0478-7C14-039C-5F1982FD3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Evaluations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4C8528-A3F0-A93B-52E6-16D7523B5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Deepteam</a:t>
            </a:r>
            <a:endParaRPr lang="de-DE" dirty="0"/>
          </a:p>
          <a:p>
            <a:r>
              <a:rPr lang="de-DE" dirty="0" err="1"/>
              <a:t>AgentDoji</a:t>
            </a:r>
            <a:endParaRPr lang="de-DE" dirty="0"/>
          </a:p>
          <a:p>
            <a:r>
              <a:rPr lang="de-DE" dirty="0" err="1"/>
              <a:t>Hoeffding</a:t>
            </a:r>
            <a:r>
              <a:rPr lang="de-DE" dirty="0"/>
              <a:t> </a:t>
            </a:r>
            <a:r>
              <a:rPr lang="de-DE" dirty="0" err="1"/>
              <a:t>intervals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562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55C5A8-7E8A-7381-D8B5-D0BBE6D33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Summary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FBE74D-5840-E1EE-776F-D28DEEFAC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rtl="0" fontAlgn="base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Scope: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indirect (and direct) prompt injection in RAG/agent pipelines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Spine: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IFC + noninterference with a proof, enforced by (a)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grammar-constrained decoding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that gives unauthorized tool calls zero probability, and (b) a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reference monitor that kills on violation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(Schneider: safety properties are enforceable)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Probabilistic barriers: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perplexity filter, classifier, reasoning/task-alignment layer,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decoding-time suppression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SafeDecoding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DExperts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-style), optionally circuit breakers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Internal signals → kill: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suppressed probability mass, entropy spike, attention shift (Attention Tracker)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Game: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finite mixed-strategy minimax over barrier configs × attack classes; kills and false positives in the payoff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Worst case: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game value capped by the IFC/monitor bound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Evaluation: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DeepTeam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+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AgentDojo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on open-weights models; attack success rate and utility, with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Hoeffding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interval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Parking lot: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smarter thinking layer, edit automata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265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DB979B-B53D-9126-F694-B6075BC26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Techs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48B9AF-F354-5037-2027-CB285892B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de-DE" dirty="0"/>
              <a:t>Nvidia:</a:t>
            </a:r>
          </a:p>
          <a:p>
            <a:pPr lvl="1"/>
            <a:r>
              <a:rPr lang="de-DE" dirty="0" err="1"/>
              <a:t>Openshell</a:t>
            </a:r>
            <a:endParaRPr lang="de-DE" dirty="0"/>
          </a:p>
          <a:p>
            <a:pPr lvl="1"/>
            <a:r>
              <a:rPr lang="de-DE" dirty="0"/>
              <a:t>Model Optimizer</a:t>
            </a:r>
          </a:p>
          <a:p>
            <a:pPr lvl="1"/>
            <a:r>
              <a:rPr lang="en-US" dirty="0" err="1"/>
              <a:t>Garak</a:t>
            </a:r>
            <a:endParaRPr lang="en-US" dirty="0"/>
          </a:p>
          <a:p>
            <a:pPr lvl="1"/>
            <a:r>
              <a:rPr lang="en-US" dirty="0"/>
              <a:t>Guardrails</a:t>
            </a:r>
          </a:p>
          <a:p>
            <a:r>
              <a:rPr lang="en-US" dirty="0"/>
              <a:t>Microsoft:</a:t>
            </a:r>
          </a:p>
          <a:p>
            <a:pPr lvl="1"/>
            <a:r>
              <a:rPr lang="en-US" dirty="0"/>
              <a:t>Spotlighting</a:t>
            </a:r>
          </a:p>
          <a:p>
            <a:pPr lvl="1"/>
            <a:r>
              <a:rPr lang="en-US" dirty="0" err="1"/>
              <a:t>GraphRag</a:t>
            </a:r>
            <a:endParaRPr lang="en-US" dirty="0"/>
          </a:p>
          <a:p>
            <a:r>
              <a:rPr lang="en-US" dirty="0"/>
              <a:t>Google</a:t>
            </a:r>
          </a:p>
          <a:p>
            <a:pPr lvl="1"/>
            <a:r>
              <a:rPr lang="en-US" dirty="0"/>
              <a:t>RRSI</a:t>
            </a:r>
          </a:p>
          <a:p>
            <a:pPr lvl="1"/>
            <a:r>
              <a:rPr lang="en-US" dirty="0"/>
              <a:t>Dream-RSI</a:t>
            </a:r>
          </a:p>
          <a:p>
            <a:pPr lvl="1"/>
            <a:r>
              <a:rPr lang="en-US" dirty="0" err="1"/>
              <a:t>VeriHarness</a:t>
            </a:r>
            <a:endParaRPr lang="en-US" dirty="0"/>
          </a:p>
          <a:p>
            <a:pPr lvl="1"/>
            <a:r>
              <a:rPr lang="en-US" dirty="0" err="1"/>
              <a:t>CaMeL</a:t>
            </a:r>
            <a:endParaRPr lang="en-US" dirty="0"/>
          </a:p>
          <a:p>
            <a:r>
              <a:rPr lang="en-US" i="0" dirty="0">
                <a:solidFill>
                  <a:srgbClr val="1F2328"/>
                </a:solidFill>
                <a:effectLst/>
                <a:latin typeface="Mona Sans VF"/>
              </a:rPr>
              <a:t>Adversarial Robustness Toolbox (ART) v1.20</a:t>
            </a:r>
          </a:p>
          <a:p>
            <a:r>
              <a:rPr lang="en-US" dirty="0" err="1"/>
              <a:t>Unstract</a:t>
            </a:r>
            <a:endParaRPr lang="en-US" dirty="0"/>
          </a:p>
          <a:p>
            <a:r>
              <a:rPr lang="en-US" dirty="0" err="1"/>
              <a:t>LLMWhisper</a:t>
            </a:r>
            <a:endParaRPr lang="en-US" dirty="0"/>
          </a:p>
          <a:p>
            <a:r>
              <a:rPr lang="en-US" dirty="0" err="1"/>
              <a:t>Chtrootkit</a:t>
            </a:r>
            <a:endParaRPr lang="en-US" dirty="0"/>
          </a:p>
          <a:p>
            <a:r>
              <a:rPr lang="en-US" dirty="0"/>
              <a:t>VLLM Guided Outline Decoding</a:t>
            </a:r>
          </a:p>
        </p:txBody>
      </p:sp>
    </p:spTree>
    <p:extLst>
      <p:ext uri="{BB962C8B-B14F-4D97-AF65-F5344CB8AC3E}">
        <p14:creationId xmlns:p14="http://schemas.microsoft.com/office/powerpoint/2010/main" val="2536213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6C50C3-7464-64F1-705B-0771DB924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Contact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25198B-F7D5-2B87-3DD9-BA322876F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71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</Words>
  <Application>Microsoft Office PowerPoint</Application>
  <PresentationFormat>Breitbild</PresentationFormat>
  <Paragraphs>64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Mona Sans VF</vt:lpstr>
      <vt:lpstr>Office</vt:lpstr>
      <vt:lpstr>Parsa‘s thesis</vt:lpstr>
      <vt:lpstr>Contents</vt:lpstr>
      <vt:lpstr>RQ1 – Prompt Injection</vt:lpstr>
      <vt:lpstr>RQ1 - Horizon</vt:lpstr>
      <vt:lpstr>RQ2 – Vector DB </vt:lpstr>
      <vt:lpstr>RQ 3 – Rogue AI</vt:lpstr>
      <vt:lpstr>BlackHole</vt:lpstr>
      <vt:lpstr>Worst Case Scenario on Each step </vt:lpstr>
      <vt:lpstr>Evaluations</vt:lpstr>
      <vt:lpstr>Summary</vt:lpstr>
      <vt:lpstr>Techs to use</vt:lpstr>
      <vt:lpstr>Contact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Parsa Besharat</dc:creator>
  <cp:lastModifiedBy>Parsa Besharat</cp:lastModifiedBy>
  <cp:revision>5</cp:revision>
  <dcterms:created xsi:type="dcterms:W3CDTF">2026-10-14T10:55:02Z</dcterms:created>
  <dcterms:modified xsi:type="dcterms:W3CDTF">2026-10-14T12:51:22Z</dcterms:modified>
</cp:coreProperties>
</file>